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시안 A — 정통/중앙형. 교표(Authority Mark)를 중심으로 한 격식 있는 인상. 프로젝트명·한 줄 소개·팀 정보를 채우세요. 세 가지 표지 시안 중 하나를 골라 나머지는 삭제하세요.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— 심사위원이 공감할 핵심 문제를 한 문장으로 좁히세요. 좌측은 문제와 배경, 우측은 구체적 페인 포인트 3개. 약 20초.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 — 우리의 접근을 3개의 축으로 구조화. 무엇을 어떻게 평가/해결하는지. 약 25초.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 — 핵심 기능과 실제 화면. 좌측 기능 3개, 우측 화면 캡처. 데모로 보여줄 화면을 미리 캡처해 두면 좋습니다. 약 25초.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— 라이브 전환 전 띄워두는 안내 슬라이드. 시연 순서를 미리 적어두면 흐름이 끊기지 않습니다. 여기서 실제 화면으로 전환해 약 1분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· 마무리 — 감사 인사와 Q&amp;A 안내, 팀 소개. 질의응답이 4분이므로 이 화면을 띄운 채 진행하세요.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C300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150" y="2508200"/>
            <a:ext cx="1409700" cy="1408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62687" y="4297338"/>
            <a:ext cx="75626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288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SEJONG UNIVERSITY HACKATHON · 1차 발표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49949" y="4840263"/>
            <a:ext cx="61880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500" b="1" spc="-75" kern="0" dirty="0">
                <a:solidFill>
                  <a:srgbClr val="232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프로젝트명 ]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5600808" y="6116613"/>
            <a:ext cx="70863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한 줄 소개 — 우리가 무엇을, 누구를 위해 만드는가 ]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801100" y="6954813"/>
            <a:ext cx="685800" cy="28575"/>
          </a:xfrm>
          <a:prstGeom prst="rect">
            <a:avLst/>
          </a:prstGeom>
          <a:solidFill>
            <a:srgbClr val="D2B887"/>
          </a:solidFill>
          <a:ln/>
        </p:spPr>
      </p:sp>
      <p:sp>
        <p:nvSpPr>
          <p:cNvPr id="8" name="Text 5"/>
          <p:cNvSpPr/>
          <p:nvPr/>
        </p:nvSpPr>
        <p:spPr>
          <a:xfrm>
            <a:off x="6429375" y="7364388"/>
            <a:ext cx="111591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</a:t>
            </a:r>
            <a:pPr algn="ctr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팀명 ]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850088" y="7383438"/>
            <a:ext cx="14056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6E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257036" y="7364388"/>
            <a:ext cx="168344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 </a:t>
            </a:r>
            <a:pPr algn="ctr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이름 ]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206856" y="7383438"/>
            <a:ext cx="14056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6E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652224" y="7383438"/>
            <a:ext cx="120640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[ 2026.07 ]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446413" y="9448800"/>
            <a:ext cx="1210717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08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가이드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249828" y="9448800"/>
            <a:ext cx="110561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표지는 시안 A·B·C 중 하나를 선택하고 나머지 두 장은 삭제하세요. 시안 A는 격식·전통을 강조한 중앙형입니다.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57150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59" kern="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문제정의 </a:t>
            </a:r>
            <a:pPr algn="ctr" indent="0" marL="0">
              <a:buNone/>
            </a:pPr>
            <a:r>
              <a:rPr lang="en-US" sz="1950" spc="59" kern="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1076325"/>
            <a:ext cx="16002000" cy="1905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216003"/>
            <a:ext cx="91741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· 왜 지금인가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4701778"/>
            <a:ext cx="9174115" cy="734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650" b="1" dirty="0">
                <a:solidFill>
                  <a:srgbClr val="232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핵심 문제를 한 문장으로 ]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143000" y="5684341"/>
            <a:ext cx="917411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배경 설명 — 지금의 방식이 왜 한계인지 2~3줄로 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321305" y="4584874"/>
            <a:ext cx="6823695" cy="9525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8" name="Text 6"/>
          <p:cNvSpPr/>
          <p:nvPr/>
        </p:nvSpPr>
        <p:spPr>
          <a:xfrm>
            <a:off x="10321305" y="3610496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30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11855" y="3610496"/>
            <a:ext cx="163498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페인 포인트 ]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911855" y="4043883"/>
            <a:ext cx="16349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한 줄 부연 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321305" y="5778326"/>
            <a:ext cx="6823695" cy="9525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12" name="Text 10"/>
          <p:cNvSpPr/>
          <p:nvPr/>
        </p:nvSpPr>
        <p:spPr>
          <a:xfrm>
            <a:off x="10321305" y="480394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30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911855" y="4803949"/>
            <a:ext cx="163498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페인 포인트 ]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911855" y="5237336"/>
            <a:ext cx="16349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한 줄 부연 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21305" y="5997401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30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911855" y="5997401"/>
            <a:ext cx="163498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페인 포인트 ]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911855" y="6430789"/>
            <a:ext cx="16349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한 줄 부연 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9124950"/>
            <a:ext cx="1210717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가이드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10867" y="9124950"/>
            <a:ext cx="90695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하나로 좁혀 한 문장으로. 통계·인용이 있다면 우측 페인 포인트에 근거로 붙이세요.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9467850"/>
            <a:ext cx="42636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SEJONG UNIVERSITY HACKATHON 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86956" y="9467850"/>
            <a:ext cx="7342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57150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59" kern="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</a:t>
            </a:r>
            <a:pPr algn="ctr" indent="0" marL="0">
              <a:buNone/>
            </a:pPr>
            <a:r>
              <a:rPr lang="en-US" sz="1950" spc="59" kern="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1076325"/>
            <a:ext cx="16002000" cy="1905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514475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 · 우리의 접근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962150"/>
            <a:ext cx="17602200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50" b="1" dirty="0">
                <a:solidFill>
                  <a:srgbClr val="232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한 줄로 정리한 해결 방향 ]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143000" y="5035376"/>
            <a:ext cx="6096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30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143000" y="5792614"/>
            <a:ext cx="536448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첫 번째 축 ]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6492701"/>
            <a:ext cx="5364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무엇을 어떻게 다루는지 2~3줄로 ]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77000" y="5025851"/>
            <a:ext cx="9525" cy="1866900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10" name="Text 8"/>
          <p:cNvSpPr/>
          <p:nvPr/>
        </p:nvSpPr>
        <p:spPr>
          <a:xfrm>
            <a:off x="6943725" y="5035376"/>
            <a:ext cx="6096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30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943725" y="5792614"/>
            <a:ext cx="4851083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두 번째 축 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43725" y="6492701"/>
            <a:ext cx="48510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무엇을 어떻게 다루는지 2~3줄로 ]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811000" y="5025851"/>
            <a:ext cx="9525" cy="1866900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14" name="Text 12"/>
          <p:cNvSpPr/>
          <p:nvPr/>
        </p:nvSpPr>
        <p:spPr>
          <a:xfrm>
            <a:off x="12277725" y="5035376"/>
            <a:ext cx="6096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30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277725" y="5792614"/>
            <a:ext cx="5354003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세 번째 축 ]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277725" y="6492701"/>
            <a:ext cx="535400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무엇을 어떻게 다루는지 2~3줄로 ]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43000" y="9124950"/>
            <a:ext cx="1210717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가이드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10867" y="9124950"/>
            <a:ext cx="90442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접근을 2~3개 축으로 나누면 시연 흐름과 연결됩니다. 축이 2개면 가운데 칸을 삭제하세요.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9467850"/>
            <a:ext cx="42636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SEJONG UNIVERSITY HACKATHON 2026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86956" y="9467850"/>
            <a:ext cx="7342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57150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59" kern="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</a:t>
            </a:r>
            <a:pPr algn="ctr" indent="0" marL="0">
              <a:buNone/>
            </a:pPr>
            <a:r>
              <a:rPr lang="en-US" sz="1950" spc="59" kern="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1076325"/>
            <a:ext cx="16002000" cy="1905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856607"/>
            <a:ext cx="7620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· 핵심 기능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304282"/>
            <a:ext cx="7620007" cy="717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50" b="1" dirty="0">
                <a:solidFill>
                  <a:srgbClr val="232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우리의 해결책 ]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4250085"/>
            <a:ext cx="6927279" cy="9525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526310"/>
            <a:ext cx="114300" cy="11430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4431060"/>
            <a:ext cx="123892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기능명 ]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428750" y="4845397"/>
            <a:ext cx="12389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한 줄 설명 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348288"/>
            <a:ext cx="6927279" cy="9525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5624513"/>
            <a:ext cx="114300" cy="11430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5529263"/>
            <a:ext cx="123892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기능명 ]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28750" y="5943600"/>
            <a:ext cx="12389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한 줄 설명 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7544693"/>
            <a:ext cx="6927279" cy="9525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6446490"/>
            <a:ext cx="6927279" cy="9525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6722715"/>
            <a:ext cx="114300" cy="11430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7" name="Text 15"/>
          <p:cNvSpPr/>
          <p:nvPr/>
        </p:nvSpPr>
        <p:spPr>
          <a:xfrm>
            <a:off x="1428750" y="6627465"/>
            <a:ext cx="123892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기능명 ]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28750" y="7041803"/>
            <a:ext cx="12389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한 줄 설명 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32279" y="1514475"/>
            <a:ext cx="8312721" cy="7381875"/>
          </a:xfrm>
          <a:prstGeom prst="rect">
            <a:avLst/>
          </a:prstGeom>
          <a:solidFill>
            <a:srgbClr val="F2EEE8"/>
          </a:solidFill>
          <a:ln w="9525">
            <a:solidFill>
              <a:srgbClr val="E6E1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21617" y="4955381"/>
            <a:ext cx="16101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2" kern="0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핵심 화면 캡처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964293" y="5212556"/>
            <a:ext cx="212481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2" kern="0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9124950"/>
            <a:ext cx="1210717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가이드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10867" y="9124950"/>
            <a:ext cx="89005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우측 자리에 데모로 보여줄 실제 화면을 캡처해 넣으세요. 기능은 3개 이내로 압축합니다.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9467850"/>
            <a:ext cx="42636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SEJONG UNIVERSITY HACKATHON 2026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86956" y="9467850"/>
            <a:ext cx="7342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30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57150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5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</a:t>
            </a:r>
            <a:pPr algn="ctr" indent="0" marL="0">
              <a:buNone/>
            </a:pPr>
            <a:r>
              <a:rPr lang="en-US" sz="1950" spc="5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1076325"/>
            <a:ext cx="16002000" cy="19050"/>
          </a:xfrm>
          <a:prstGeom prst="rect">
            <a:avLst/>
          </a:prstGeom>
          <a:solidFill>
            <a:srgbClr val="D2B887"/>
          </a:solidFill>
          <a:ln/>
        </p:spPr>
      </p:sp>
      <p:sp>
        <p:nvSpPr>
          <p:cNvPr id="4" name="Text 2"/>
          <p:cNvSpPr/>
          <p:nvPr/>
        </p:nvSpPr>
        <p:spPr>
          <a:xfrm>
            <a:off x="7122174" y="2878931"/>
            <a:ext cx="40435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60" kern="0" dirty="0">
                <a:solidFill>
                  <a:srgbClr val="D2B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실제 화면 시연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63183" y="3326606"/>
            <a:ext cx="396155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0" b="1" spc="9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233714" y="4717256"/>
            <a:ext cx="582049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지금부터 실제 화면으로 시연을 진행합니다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14541" y="5688806"/>
            <a:ext cx="1844948" cy="776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862191" y="5860256"/>
            <a:ext cx="4572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D2B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376541" y="5869781"/>
            <a:ext cx="83529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단계 ]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611889" y="5779294"/>
            <a:ext cx="4572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221489" y="5688806"/>
            <a:ext cx="1844948" cy="776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469139" y="5860256"/>
            <a:ext cx="4572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D2B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983489" y="5869781"/>
            <a:ext cx="83529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단계 ]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218837" y="5779294"/>
            <a:ext cx="4572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0828437" y="5688806"/>
            <a:ext cx="1844948" cy="776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076087" y="5860256"/>
            <a:ext cx="4572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D2B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590437" y="5869781"/>
            <a:ext cx="83529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단계 ]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486150" y="6998494"/>
            <a:ext cx="1210717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08" kern="0" dirty="0">
                <a:solidFill>
                  <a:srgbClr val="D2B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가이드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92117" y="6998494"/>
            <a:ext cx="1027078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전환 전 띄워두는 안내 슬라이드입니다. 시연 순서를 미리 적어두면 화면을 띄우는 동안 흐름이 끊기지 않습니다.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9467850"/>
            <a:ext cx="42636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SEJONG UNIVERSITY HACKATHON 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86956" y="9467850"/>
            <a:ext cx="7342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57150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59" kern="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· 마무리 </a:t>
            </a:r>
            <a:pPr algn="ctr" indent="0" marL="0">
              <a:buNone/>
            </a:pPr>
            <a:r>
              <a:rPr lang="en-US" sz="1950" spc="59" kern="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Closing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1076325"/>
            <a:ext cx="16002000" cy="1905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755231"/>
            <a:ext cx="91280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· 감사합니다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4202906"/>
            <a:ext cx="9128031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50" b="1" spc="177" kern="0" dirty="0">
                <a:solidFill>
                  <a:srgbClr val="232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8850" dirty="0"/>
          </a:p>
        </p:txBody>
      </p:sp>
      <p:sp>
        <p:nvSpPr>
          <p:cNvPr id="6" name="Text 4"/>
          <p:cNvSpPr/>
          <p:nvPr/>
        </p:nvSpPr>
        <p:spPr>
          <a:xfrm>
            <a:off x="1143000" y="5593556"/>
            <a:ext cx="91280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질문을 환영합니다 — 무엇이든 물어봐 주세요 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6241256"/>
            <a:ext cx="912803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연락처 · 이메일 / GitHub ]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355610" y="3395663"/>
            <a:ext cx="746832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355610" y="4491038"/>
            <a:ext cx="6789390" cy="9525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10" name="Text 8"/>
          <p:cNvSpPr/>
          <p:nvPr/>
        </p:nvSpPr>
        <p:spPr>
          <a:xfrm>
            <a:off x="10355610" y="3924300"/>
            <a:ext cx="81714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이름 ]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925279" y="3929063"/>
            <a:ext cx="134169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역할 · 담당 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355610" y="5257800"/>
            <a:ext cx="6789390" cy="9525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355610" y="4691063"/>
            <a:ext cx="81714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이름 ]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5925279" y="4695825"/>
            <a:ext cx="134169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역할 · 담당 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355610" y="6024563"/>
            <a:ext cx="6789390" cy="9525"/>
          </a:xfrm>
          <a:prstGeom prst="rect">
            <a:avLst/>
          </a:prstGeom>
          <a:solidFill>
            <a:srgbClr val="E6E1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355610" y="5457825"/>
            <a:ext cx="81714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이름 ]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925279" y="5462588"/>
            <a:ext cx="134169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역할 · 담당 ]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610" y="6338888"/>
            <a:ext cx="742950" cy="67627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270010" y="6524625"/>
            <a:ext cx="31250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232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SEJONG UNIVERSITY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143000" y="9124950"/>
            <a:ext cx="1210717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가이드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410867" y="9124950"/>
            <a:ext cx="108984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Q&amp;A가 4분으로 깁니다. 이 화면을 띄운 채 진행하세요. 역할 예: 관리자 페이지 / 테스트 자동화 / 디자인·기능.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43000" y="9467850"/>
            <a:ext cx="42636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SEJONG UNIVERSITY HACKATHON 2026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486956" y="9467850"/>
            <a:ext cx="7342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2026-06-24T08:36:42Z</dcterms:created>
  <dcterms:modified xsi:type="dcterms:W3CDTF">2026-06-24T08:36:42Z</dcterms:modified>
</cp:coreProperties>
</file>